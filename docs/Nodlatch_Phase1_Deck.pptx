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cryptography. One sentence on what Nodlatch is, then move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not 'did the user click Allow' but 'what exactly did the user authorize'.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Scenarios 2, 3 and 4 use scripted fixtures so they are reproducible on stage; scenario 1 uses the real agent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731520" cy="7315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87599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Nodlatch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authorization for AI coding agents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D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 Human authorizes.  Executor enforces.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83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phone-based authorization layer that lets a developer approve or deny exact AI-generated code changes before a separate executor applies them.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·  Developer Tools track  ·  Hyderabad City Battle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Aaditya Singh (lead)  ·  Sasi Chandan  ·  Santhosh Kumar  —  Malla Reddy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one Allow button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6187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124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act, not just suggest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417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 inspect repositories, edit several files and iterate on their own.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a single click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sees “Allow”. It rarely says which files, which bytes, or under what condition.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2735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136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pick between two bad options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3429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Babysit every step and lose the benefit of autonomy, or trust the agent too broadly.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160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this problem: developers and students using coding agents on repositories where an unintended change matters.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669280" y="118872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9788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wants to make changes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89788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will be modified.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97880" y="23317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9788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66928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did you just authorize?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turns a click into an authorization artifact. The executor can only do what that artifact says.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791492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048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 changes, numbered A1, A2…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1554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169164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052" y="179149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7764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pins it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24048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of old and new bytes; a review view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54880" y="1554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92040" y="169164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892" y="1791492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reviews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4048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shown separately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903720" y="15544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40880" y="169164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732" y="1791492"/>
            <a:ext cx="184343" cy="18434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753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04088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040880" y="24048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some, deny others, pick a test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1531620" y="32004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668780" y="333756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632" y="3437412"/>
            <a:ext cx="184343" cy="18434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9032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166878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signs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1668780" y="4050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bound to that exact proposal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680460" y="32004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817620" y="333756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7472" y="3437412"/>
            <a:ext cx="184343" cy="18434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0520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381762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verifies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3817620" y="4050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independently, from its own state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829300" y="32004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966460" y="3337560"/>
            <a:ext cx="384048" cy="38404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6312" y="3437412"/>
            <a:ext cx="184343" cy="184343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2009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96646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runs</a:t>
            </a:r>
            <a:endParaRPr lang="en-US" sz="1250" dirty="0"/>
          </a:p>
        </p:txBody>
      </p:sp>
      <p:sp>
        <p:nvSpPr>
          <p:cNvPr id="45" name="Text 36"/>
          <p:cNvSpPr txBox="1"/>
          <p:nvPr/>
        </p:nvSpPr>
        <p:spPr>
          <a:xfrm>
            <a:off x="5966460" y="40507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commit; else nothing changes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2258568" y="2258568"/>
            <a:ext cx="329184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47" name="Shape 38"/>
          <p:cNvSpPr/>
          <p:nvPr/>
        </p:nvSpPr>
        <p:spPr>
          <a:xfrm>
            <a:off x="4407408" y="2258568"/>
            <a:ext cx="329184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6556248" y="2258568"/>
            <a:ext cx="329184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3332988" y="3904488"/>
            <a:ext cx="329184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5481828" y="3904488"/>
            <a:ext cx="329184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51" name="Text 4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 example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 two changes. The developer authorizes one. The executor applies exactly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2377440" cy="3200400"/>
          </a:xfrm>
          <a:prstGeom prst="roundRect">
            <a:avLst>
              <a:gd name="adj" fmla="val 961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2194560" cy="3017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2 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0" y="23317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1F1E7"/>
          </a:solidFill>
          <a:ln w="12700">
            <a:solidFill>
              <a:srgbClr val="E1F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008" y="2404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334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src/auth.py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834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2514600"/>
            <a:ext cx="384048" cy="384048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292" y="2614452"/>
            <a:ext cx="184343" cy="18434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97280" y="3246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07008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3547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5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377440" y="3429000"/>
            <a:ext cx="384048" cy="384048"/>
          </a:xfrm>
          <a:prstGeom prst="ellipse">
            <a:avLst/>
          </a:prstGeom>
          <a:solidFill>
            <a:srgbClr val="B5473B"/>
          </a:solidFill>
          <a:ln w="12700">
            <a:solidFill>
              <a:srgbClr val="B5473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292" y="3528852"/>
            <a:ext cx="184343" cy="18434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97280" y="41605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9728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A1 only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429000" y="3017520"/>
            <a:ext cx="731520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23" name="Text 19"/>
          <p:cNvSpPr txBox="1"/>
          <p:nvPr/>
        </p:nvSpPr>
        <p:spPr>
          <a:xfrm>
            <a:off x="3291840" y="3063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decision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389120" y="146304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81051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21208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(laptop)</a:t>
            </a:r>
            <a:endParaRPr lang="en-US" sz="15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313432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9834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valid; decision matches proposal hash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679192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98348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new bytes match hash; source file unchanged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44952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98348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applied in staging; auth test suite passed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41071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9834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written to repository; original bytes backed up</a:t>
            </a:r>
            <a:endParaRPr lang="en-US" sz="12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776472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9834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never executed: not in the authorized set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461772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APPLIED  (A1)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38714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8836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084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changes  ·  untrusted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404872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4597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builder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6609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hashes, review view, redaction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2980944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0358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32369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verifies, applies, tests, rolls back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" y="3557016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6118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trusted tests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8130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being protected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977640" y="201168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80560" y="2121408"/>
            <a:ext cx="457200" cy="4572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24028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977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4023360" y="28986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/ file transfer / mirroring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760720" y="114300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43600" y="1280160"/>
            <a:ext cx="411480" cy="41148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585" y="1387145"/>
            <a:ext cx="197510" cy="19751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44652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phone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5943600" y="1828800"/>
            <a:ext cx="2560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053328" y="18836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review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6053328" y="2084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view, risk flags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943600" y="2404872"/>
            <a:ext cx="2560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053328" y="2459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6053328" y="2660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deny each action ID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943600" y="2980944"/>
            <a:ext cx="2560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053328" y="3035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+ confirm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6053328" y="32369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effective transaction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943600" y="3557016"/>
            <a:ext cx="25603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053328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key</a:t>
            </a:r>
            <a:endParaRPr lang="en-US" sz="1150" dirty="0"/>
          </a:p>
        </p:txBody>
      </p:sp>
      <p:sp>
        <p:nvSpPr>
          <p:cNvPr id="39" name="Text 34"/>
          <p:cNvSpPr txBox="1"/>
          <p:nvPr/>
        </p:nvSpPr>
        <p:spPr>
          <a:xfrm>
            <a:off x="6053328" y="3813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Ed25519, never leaves the phone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3657600" y="1600200"/>
            <a:ext cx="2103120" cy="0"/>
          </a:xfrm>
          <a:prstGeom prst="line">
            <a:avLst/>
          </a:prstGeom>
          <a:noFill/>
          <a:ln w="1905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41" name="Text 36"/>
          <p:cNvSpPr txBox="1"/>
          <p:nvPr/>
        </p:nvSpPr>
        <p:spPr>
          <a:xfrm>
            <a:off x="3931920" y="1325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proposal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760720" y="3657600"/>
            <a:ext cx="-210312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43" name="Text 38"/>
          <p:cNvSpPr txBox="1"/>
          <p:nvPr/>
        </p:nvSpPr>
        <p:spPr>
          <a:xfrm>
            <a:off x="3840480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signed decision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657600" y="4023360"/>
            <a:ext cx="210312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3931920" y="40416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receipt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only transports. The executor trusts nothing that arrives through it: it re-verifies signature, hashes, IDs and expiry from its own stored state.</a:t>
            </a:r>
            <a:endParaRPr lang="en-US" sz="1150" dirty="0"/>
          </a:p>
        </p:txBody>
      </p:sp>
      <p:sp>
        <p:nvSpPr>
          <p:cNvPr id="47" name="Text 4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phone, and what Office Kit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615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the authorization surface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632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1600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device from the one running the agent.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57984"/>
            <a:ext cx="182880" cy="182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2130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requested actions and the effective set the human is signing.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88336"/>
            <a:ext cx="182880" cy="1828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26609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signing key; every decision originates here.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18688"/>
            <a:ext cx="182880" cy="1828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31912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before signing: “You are authorizing A1, not A2, requiring Auth Test Suite v1.”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374904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457200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ALLOWS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457200" y="4041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intent interpreter (typed or spoken → approve/deny selection you confirm), haptics on decision, phone-local user verification, camera-based QR pairing.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937760" y="10972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121615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53212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carries every artifact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4937760" y="16916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507492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685800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→ phone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4937760" y="224028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507492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decision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685800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→ laptop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937760" y="278892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07492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685800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→ phone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4937760" y="3429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via shared clipboard or file transfer, whichever proves reliable on the real devices. Screen mirroring shows the phone during the demo.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4937760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is not the security boundary. A payload is valid because the executor verified it, not because of the channel it came through.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checks and the test gate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0759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412199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271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1527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Ed25519, phone-held key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71800" y="11430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81528" y="130759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135" y="1412199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1271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hash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1527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 to exact proposal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201168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217627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2280879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78992" y="2139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hashes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078992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bytes match what was reviewed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971800" y="201168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081528" y="217627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135" y="2280879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593592" y="2139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recheck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3593592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unchanged since proposal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288036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304495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" y="3149559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78992" y="3008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paths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078992" y="32644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.env*, keys, test infrastructure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2971800" y="288036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081528" y="304495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135" y="3149559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93592" y="30083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3593592" y="32644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unknown, malformed, stale → reject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57200" y="374904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66928" y="391363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35" y="4018239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78992" y="3877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+ expiry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1078992" y="41330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and late use rejected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2971800" y="374904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3081528" y="3913632"/>
            <a:ext cx="402336" cy="402336"/>
          </a:xfrm>
          <a:prstGeom prst="ellipse">
            <a:avLst/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6135" y="401823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593592" y="3877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backups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3593592" y="41330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bytes kept for rollback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5760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test gate</a:t>
            </a:r>
            <a:endParaRPr lang="en-US" sz="1500" dirty="0"/>
          </a:p>
        </p:txBody>
      </p:sp>
      <p:sp>
        <p:nvSpPr>
          <p:cNvPr id="44" name="Shape 34"/>
          <p:cNvSpPr/>
          <p:nvPr/>
        </p:nvSpPr>
        <p:spPr>
          <a:xfrm>
            <a:off x="5760720" y="155448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897880" y="1554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approved bytes in a staging copy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7223760" y="2011680"/>
            <a:ext cx="0" cy="18288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47" name="Shape 37"/>
          <p:cNvSpPr/>
          <p:nvPr/>
        </p:nvSpPr>
        <p:spPr>
          <a:xfrm>
            <a:off x="5760720" y="219456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D7DBE2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5897880" y="2194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trusted suite the executor chose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7223760" y="2651760"/>
            <a:ext cx="0" cy="18288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50" name="Shape 40"/>
          <p:cNvSpPr/>
          <p:nvPr/>
        </p:nvSpPr>
        <p:spPr>
          <a:xfrm>
            <a:off x="5760720" y="283464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E1F1E7"/>
          </a:solidFill>
          <a:ln w="12700">
            <a:solidFill>
              <a:srgbClr val="E1F1E7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585216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repo, keep backups</a:t>
            </a:r>
            <a:endParaRPr lang="en-US" sz="1050" dirty="0"/>
          </a:p>
        </p:txBody>
      </p:sp>
      <p:sp>
        <p:nvSpPr>
          <p:cNvPr id="52" name="Shape 42"/>
          <p:cNvSpPr/>
          <p:nvPr/>
        </p:nvSpPr>
        <p:spPr>
          <a:xfrm>
            <a:off x="7315200" y="283464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7406640" y="2834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54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tree untouched</a:t>
            </a:r>
            <a:endParaRPr lang="en-US" sz="1050" dirty="0"/>
          </a:p>
        </p:txBody>
      </p:sp>
      <p:sp>
        <p:nvSpPr>
          <p:cNvPr id="54" name="Text 44"/>
          <p:cNvSpPr txBox="1"/>
          <p:nvPr/>
        </p:nvSpPr>
        <p:spPr>
          <a:xfrm>
            <a:off x="5760720" y="3703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means: suite identity matches, exit code 0, and at least the expected number of tests ran. The agent cannot edit the tests that gate its own change.</a:t>
            </a:r>
            <a:endParaRPr lang="en-US" sz="1050" dirty="0"/>
          </a:p>
        </p:txBody>
      </p:sp>
      <p:sp>
        <p:nvSpPr>
          <p:cNvPr id="55" name="Text 45"/>
          <p:cNvSpPr txBox="1"/>
          <p:nvPr/>
        </p:nvSpPr>
        <p:spPr>
          <a:xfrm>
            <a:off x="576072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an execution condition, not a proof of safety.</a:t>
            </a:r>
            <a:endParaRPr lang="en-US" sz="1050" dirty="0"/>
          </a:p>
        </p:txBody>
      </p:sp>
      <p:sp>
        <p:nvSpPr>
          <p:cNvPr id="56" name="Text 46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four scenarios in about three minutes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Python demo repo with an auth module, a small trusted test suite and fake secrets only.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402336" cy="402336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1659087"/>
            <a:ext cx="193121" cy="193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Selective approval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A1 (src/auth.py) and A2 (config.py). Approve A1, deny A2. Only A1 is applied; tests pass; receipt on phone.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514600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E1F1E7"/>
          </a:solidFill>
          <a:ln w="12700">
            <a:solidFill>
              <a:srgbClr val="E1F1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8F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(A1)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55448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07" y="1659087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21808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Tampered artifact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approval, one character of the proposed file is altered. The executor recomputes the hash and refuses.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514600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006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REJECTED_ARTIFACT_HASH_MISMATCH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4360" y="315468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3259287"/>
            <a:ext cx="193121" cy="19312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15568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Failing test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594360" y="35844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authorized change that breaks the auth tests. Staged, tested, never written to the real tree.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94360" y="4114800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9436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TESTS_FAILED_NOT_APPLIED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00600" y="315468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207" y="3259287"/>
            <a:ext cx="193121" cy="19312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321808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Replay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4800600" y="35844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signed decision is submitted a second time. Decisions are single-use.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800600" y="4114800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8006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REJECTED_REPLAY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 here, and where the AI sits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615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is the contribution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already have permission modes and hooks; approval services and policy engines (OPA, Cedar) exist. No single element below is claimed as new.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359152"/>
            <a:ext cx="128016" cy="12801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Phone-side, per-action authorization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724912"/>
            <a:ext cx="128016" cy="12801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proposal and artifact binding by hash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090672"/>
            <a:ext cx="128016" cy="12801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executor that trusts neither agent nor channel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456432"/>
            <a:ext cx="128016" cy="12801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test as an execution condition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822192"/>
            <a:ext cx="128016" cy="12801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as the phone ↔ laptop workflow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1097280"/>
            <a:ext cx="457200" cy="4572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21615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53212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 is, and is not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937760" y="164592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D9EFEF"/>
          </a:solidFill>
          <a:ln w="12700">
            <a:solidFill>
              <a:srgbClr val="D9EF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7492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proposal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507492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LLM coding agent produces the new file contents for a task such as “fix this authentication bug”. Planned: a local, open-source model via Ollama, with the phone in the loop.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937760" y="278892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8EEDC"/>
          </a:solidFill>
          <a:ln w="12700">
            <a:solidFill>
              <a:srgbClr val="F8EED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on-device intent interpreter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5074920" y="3154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on-phone model turns “only the auth change, require the auth tests” into a concrete selection the developer still confirms.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937760" y="374904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07492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does the security checks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507492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Signature, hash, path and replay checks are deterministic code. Nodlatch is not a chatbot and not a code generator.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MVP, planned implementation,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402336" cy="40233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1339047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we will demo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8308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whole-file replacement (modify_file) as the only executable action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and action IDs; per-action approve / deny on the phone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single-use, time-limited decisions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verification: signature, hashes, source state, protected paths, default deny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test gate, exact-byte backup and rollback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demo scenarios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23444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887" y="1339047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8620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implementation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78308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open-source model via Ollama as the coding agent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authorization app: native Android, Flutter or PWA, locked after first-hour device tests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signing, exact-byte serialization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 Python executor, git for traceability, pytest as the trusted suite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and file-transfer adapters over Office Kit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Nodlatch code written inside the event window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1234440"/>
            <a:ext cx="402336" cy="40233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807" y="1339047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7512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178308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Phone-local user verification bound to signing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action types (create, delete, rename)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Richer, persistent policies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isolation between agent and executor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receipts, pairing and revocation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and agent integrations, team workflows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Nodlatch is not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a security tool that overclaims is worse than none.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65760" cy="365760"/>
          </a:xfrm>
          <a:prstGeom prst="ellipse">
            <a:avLst/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8" y="1484986"/>
            <a:ext cx="175565" cy="1755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3716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OS sandbox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6276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 the executor's OS privileges could bypass it or its trust anchor. Nodlatch governs actions routed through the executor.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48256"/>
            <a:ext cx="365760" cy="365760"/>
          </a:xfrm>
          <a:prstGeom prst="ellipse">
            <a:avLst/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8" y="2143354"/>
            <a:ext cx="175565" cy="1755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0299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defence against a fully compromised laptop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assumes the executor, its trusted key and its replay state are intact.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2801722"/>
            <a:ext cx="175565" cy="17556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26883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is not proof of a human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05840" y="29443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control of a key. Office Kit lets the laptop drive the phone UI; phone-local user verification is planned, not claimed.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364992"/>
            <a:ext cx="365760" cy="365760"/>
          </a:xfrm>
          <a:prstGeom prst="ellipse">
            <a:avLst/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8" y="3460090"/>
            <a:ext cx="175565" cy="1755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05840" y="33467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and matching hashes are not proof of safety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05840" y="360273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give integrity and binding; tests are an execution condition. Neither says the code is correct or harmless.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F6E2DF"/>
          </a:solidFill>
          <a:ln w="12700">
            <a:solidFill>
              <a:srgbClr val="F6E2D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8" y="4118458"/>
            <a:ext cx="175565" cy="17556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5840" y="40050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is not a guarantee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005840" y="426110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redaction reduces exposure of secrets on the phone; it cannot find every secret.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team, and why this is buildable in 30 hours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8074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Singh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ML, Malla Reddy University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261872"/>
            <a:ext cx="457200" cy="4572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3807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Sasi Chandan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7764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97764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ML, Malla Reddy University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5040" y="10972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F2F55"/>
          </a:solidFill>
          <a:ln w="12700">
            <a:solidFill>
              <a:srgbClr val="1F2F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2200" y="1261872"/>
            <a:ext cx="457200" cy="45720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8074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665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Kumar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0" y="1737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ML, Malla Reddy University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D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background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02920" y="2679192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2606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 production use: an Ollama-backed chatbot inside the MRU Digital Counselling Management System (web + mobile).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2920" y="3099816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31520" y="30266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GuardianDrive: edge-AI drowsiness and distraction detection.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34472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research on audio deepfake detection.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02920" y="3941064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31520" y="38679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InnoGenesis 2026 (24-hour national hackathon, Dr. RVR NRI University): built a generative UI engine. ML competition entry.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02920" y="4361688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31520" y="42885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Java, JavaScript, React / Next.js, Node, PyTorch, TensorFlow, Docker.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493776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D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de-risk the build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4983480" y="2679192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2120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first: proposal → phone → decision → one applied change, before Evaluation Round 1.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983480" y="3099816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212080" y="30266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hashes and source checks, protected paths, test gate and rollback, signing, real LLM agent, polish.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983480" y="3520440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212080" y="3447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cut list: intent interpreter, second transport, extra demo scenarios go first.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983480" y="3941064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212080" y="38679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video, typed fallbacks and a manual import path for the demo.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983480" y="4361688"/>
            <a:ext cx="109728" cy="109728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212080" y="42885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components disclosed: model runtime and model, crypto library, git, pytest, UI framework.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Nodlatch  ·  iQOO Hackathon 2026  ·  Developer Tools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Nodlatch: Human Authorization for AI Coding Agents</dc:title>
  <dc:subject>PptxGenJS Presentation</dc:subject>
  <dc:creator>Team Nodlatch</dc:creator>
  <cp:lastModifiedBy>Team Nodlatch</cp:lastModifiedBy>
  <cp:revision>1</cp:revision>
  <dcterms:created xsi:type="dcterms:W3CDTF">2026-09-19T15:57:18Z</dcterms:created>
  <dcterms:modified xsi:type="dcterms:W3CDTF">2026-09-19T15:57:18Z</dcterms:modified>
</cp:coreProperties>
</file>